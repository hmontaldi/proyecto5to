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breve del proyecto interdisciplinario de 5° Año, orientación Informática. Tres frentes: desarrollo en HTML con IA, migración a Python y aporte de contenidos de cada espacio.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articula contenidos de distintos espacios en torno a productos concretos, reutilizables por la escuela y por futuras cohortes.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objetivo general y cinco específicos: diseño con IA, migración a Python, integración de contenidos, material didáctico propio y muestra pública.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Desarrollo de Sistemas Digitales crea la primera versión en HTML con IA. Programación toma esas aplicaciones y migra la lógica a Python. Los demás espacios aportan el contenido de los cursos y/o juegos.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etapas sucesivas. Las etapas 1 y 2 corren por Desarrollo de Sistemas Digitales; la 3 suma el aporte de los demás espacios; la 4 es de Programación; la 5 prepara la muestra.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cierre es una muestra pública en la escuela abierta. Se evalúa proceso y producto: funcionamiento en HTML, integración de contenidos y migración a Python de la lógica de gestión.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se pide a cada espacio: aportar el contenido de su curso o juego y el material de referencia. El proyecto sigue en borrador y admite ajustes.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INTERDISCIPLINARIO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aplicaciones HTML con fines educativos y de gestión escolar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N° 4-089 "José Manuel Estrada"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5° Año, orientación Informática (5° 3ª y 5° 4ª)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5926" y="1236726"/>
            <a:ext cx="315468" cy="3154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0" y="10058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con IA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Sistemas Digitales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80760" y="224028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926" y="2425446"/>
            <a:ext cx="315468" cy="3154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49440" y="21945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080760" y="342900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926" y="3614166"/>
            <a:ext cx="315468" cy="3154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49440" y="33832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demás espacios curriculares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se trata?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alumnos de 5° Año de Informática diseñan y desarrollan aplicaciones HTML de carácter sociocomunitario.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566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se usa como herramienta de apoyo al desarrollo.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28016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702" y="14529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23560" y="11887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comunidad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Pensadas para que la comunidad educativa aprenda de ellas y las utilice.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242316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702" y="259598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23560" y="23317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 propios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Orientadas a enseñar contenidos de los espacios curriculares de 5° Año.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754880" y="356616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702" y="3738982"/>
            <a:ext cx="294437" cy="2944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23560" y="34747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Reutilizables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concretos que la institución y futuras cohortes pueden seguir usando.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aplicaciones HTML funcionales y educativas que integren contenidos de distintos espacios curriculares, y exhibir el resultado a la comunidad.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1499616" cy="17830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0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3186684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3639312"/>
            <a:ext cx="1225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programar apps con criterios de usabilidad, usando IA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39696" y="2926080"/>
            <a:ext cx="1499616" cy="17830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0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76856" y="30632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318668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76856" y="3639312"/>
            <a:ext cx="1225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la lógica de HTML/JavaScript a Python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822192" y="2926080"/>
            <a:ext cx="1499616" cy="17830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0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959352" y="30632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796" y="31866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59352" y="3639312"/>
            <a:ext cx="1225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contenido de los demás espacios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504688" y="2926080"/>
            <a:ext cx="1499616" cy="17830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0D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641848" y="30632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292" y="3186684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41848" y="3639312"/>
            <a:ext cx="1225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material didáctico propio dentro de una app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187184" y="2926080"/>
            <a:ext cx="1499616" cy="17830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0D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324344" y="30632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788" y="3186684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324344" y="3639312"/>
            <a:ext cx="1225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el trabajo en una muestra pública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 cada espacio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16815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Sistemas Digitales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5° 3ª y 5° 4ª, en conjunto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46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inicial de las aplicaciones en HTML, con IA como herramienta.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50876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262" y="168158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Python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246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las aplicaciones desarrolladas y migra su lógica de HTML/JavaScript a Python.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150876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681582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Espacios restantes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de contenido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3246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Eligen y producen el material y los contenidos de los cursos y/o juegos.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de trabajo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80160" y="1874520"/>
            <a:ext cx="6583680" cy="0"/>
          </a:xfrm>
          <a:prstGeom prst="line">
            <a:avLst/>
          </a:prstGeom>
          <a:noFill/>
          <a:ln w="25400">
            <a:solidFill>
              <a:srgbClr val="B7D3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554480"/>
            <a:ext cx="640080" cy="64008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Interfaz, navegación y estructura de cada aplicación.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640080" cy="64008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423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HTML con 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31546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las apps desde Desarrollo de Sistemas Digitales.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423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 contenidos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1546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 del material de cada espacio.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1554480"/>
            <a:ext cx="640080" cy="64008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423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 a Python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1546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Reescritura de la lógica desde Programación.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1554480"/>
            <a:ext cx="640080" cy="64008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423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de la muestra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1546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y ajuste para presentarlas en pantalla.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 final y evaluación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65689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 final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429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pública de las aplicaciones, en la escuela abierta.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 los alumnos de 5° 3ª y 5° 4ª.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Acerca a la comunidad el carácter sociocomunitario de las apps.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5087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613" y="165689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286000"/>
            <a:ext cx="3429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el proceso y el producto final de cada aplicación: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correcto en HTML.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e integración de los contenidos de cada materia.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Python de la lógica de las apps de gestión.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ESPACIO CURRICULAR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022" y="195590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curso o juego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 y producido por cada espacio.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9718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2" y="3144622"/>
            <a:ext cx="294437" cy="2944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926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referencia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y material de apoyo aportado por los docentes.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1280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09160" y="178308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982" y="1955902"/>
            <a:ext cx="294437" cy="2944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7784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Equipamiento informático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o laboratorio de Informática.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709160" y="29718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982" y="3144622"/>
            <a:ext cx="294437" cy="29443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577840" y="2926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IA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desarrollo de las aplicaciones.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en borrador, sujeto a revisión y ajustes.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Proyecto: Aplicaciones HTML con fines educativos y de gestión escolar</dc:title>
  <dc:subject>PptxGenJS Presentation</dc:subject>
  <dc:creator>PptxGenJS</dc:creator>
  <cp:lastModifiedBy>PptxGenJS</cp:lastModifiedBy>
  <cp:revision>1</cp:revision>
  <dcterms:created xsi:type="dcterms:W3CDTF">2026-09-21T15:50:24Z</dcterms:created>
  <dcterms:modified xsi:type="dcterms:W3CDTF">2026-09-21T15:50:24Z</dcterms:modified>
</cp:coreProperties>
</file>